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4937760" cy="4937760"/>
          </a:xfrm>
          <a:prstGeom prst="ellipse">
            <a:avLst/>
          </a:prstGeom>
          <a:ln w="12700">
            <a:solidFill>
              <a:srgbClr val="C7A45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822960"/>
            <a:ext cx="3474720" cy="3474720"/>
          </a:xfrm>
          <a:prstGeom prst="ellipse">
            <a:avLst/>
          </a:prstGeom>
          <a:ln w="12700">
            <a:solidFill>
              <a:srgbClr val="C7A45E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10561320" y="164592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4173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MIGRATION  ·  VISION &amp; APPROACH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Home for</a:t>
            </a:r>
            <a:endParaRPr lang="en-US" sz="5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Wake the Nile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77724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tooling. Real control. Zero hosting cost.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WordPress on a paid server  →  Astro + Sanity on Cloudflare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Anthony Coffey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MOVING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WordPress promised you control.
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delivered dependency.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246120"/>
            <a:ext cx="10637215" cy="896112"/>
          </a:xfrm>
          <a:prstGeom prst="roundRect">
            <a:avLst>
              <a:gd name="adj" fmla="val 9184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337413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builder was fragile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12080" y="3374136"/>
            <a:ext cx="5882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 page in Gutenberg risked breaking the layout — so changes felt unsafe to make.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4233672"/>
            <a:ext cx="10637215" cy="896112"/>
          </a:xfrm>
          <a:prstGeom prst="roundRect">
            <a:avLst>
              <a:gd name="adj" fmla="val 9184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43616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became yours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12080" y="4361688"/>
            <a:ext cx="5882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was supposed to give you easy, independent control. In practice, fluency never came.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221224"/>
            <a:ext cx="10637215" cy="896112"/>
          </a:xfrm>
          <a:prstGeom prst="roundRect">
            <a:avLst>
              <a:gd name="adj" fmla="val 9184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5349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fell back to 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12080" y="5349240"/>
            <a:ext cx="5882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update — big or small — became a developer task. The tool defeated its own purpose.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WHAT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thing WordPress gave you that mattered:
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easy way to edit and manage your own site.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6720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WordPress added — plugins, builders, servers, security patches — was overhead and risk, not value. The new plan keeps the one thing that counts and removes the rest.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138160" y="3108960"/>
            <a:ext cx="3276295" cy="2286000"/>
          </a:xfrm>
          <a:prstGeom prst="roundRect">
            <a:avLst>
              <a:gd name="adj" fmla="val 3600"/>
            </a:avLst>
          </a:prstGeom>
          <a:solidFill>
            <a:srgbClr val="201D17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340156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200" y="4114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</a:t>
            </a:r>
            <a:endParaRPr lang="en-US" sz="2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KEEP · WHAT WE LEAVE BEHIND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value. None of the baggage.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5090008" cy="3657600"/>
          </a:xfrm>
          <a:prstGeom prst="roundRect">
            <a:avLst>
              <a:gd name="adj" fmla="val 2250"/>
            </a:avLst>
          </a:prstGeom>
          <a:solidFill>
            <a:srgbClr val="201D17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587752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1455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3072384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Easy, self-service content editing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82219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27048" y="374904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pages, words and photos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49884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27048" y="4425696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 addresses (URLs) &amp; SEO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17550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27048" y="5102352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dark, gold, full-screen look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324448" y="2331720"/>
            <a:ext cx="5090008" cy="3657600"/>
          </a:xfrm>
          <a:prstGeom prst="roundRect">
            <a:avLst>
              <a:gd name="adj" fmla="val 2250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690208" y="2587752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LEAVE BEHIND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208" y="3145536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74256" y="3072384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fragile page builder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208" y="3822192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074256" y="374904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Plugins, updates &amp; security patching</a:t>
            </a:r>
            <a:endParaRPr lang="en-US" sz="14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208" y="4498848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74256" y="4425696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server to maintain</a:t>
            </a:r>
            <a:endParaRPr lang="en-US" sz="14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0208" y="5175504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074256" y="5102352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 need for a developer</a:t>
            </a:r>
            <a:endParaRPr lang="en-US" sz="1450" dirty="0"/>
          </a:p>
        </p:txBody>
      </p:sp>
      <p:sp>
        <p:nvSpPr>
          <p:cNvPr id="24" name="Text 14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15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103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website you can actually run yourself — with guardrails.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77240" y="365760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elegant page designs once — locked and on-brand.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fill in simple fields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titles, text, sections, images. You get the freedom to build and update pages from pre-approved designs —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ever being able to break how the site looks.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modern tools, one job each.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3271418" cy="3749040"/>
          </a:xfrm>
          <a:prstGeom prst="roundRect">
            <a:avLst>
              <a:gd name="adj" fmla="val 2516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651760"/>
            <a:ext cx="868680" cy="868680"/>
          </a:xfrm>
          <a:prstGeom prst="ellipse">
            <a:avLst/>
          </a:prstGeom>
          <a:solidFill>
            <a:srgbClr val="201D17"/>
          </a:solidFill>
          <a:ln w="12700">
            <a:solidFill>
              <a:srgbClr val="C7A4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288950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703320"/>
            <a:ext cx="2539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43000" y="4133088"/>
            <a:ext cx="2539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EDITOR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3000" y="4526280"/>
            <a:ext cx="25398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friendly place to manage every word, image and section of the site — built around your content, not a maze of menus.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2286000"/>
            <a:ext cx="3271418" cy="3749040"/>
          </a:xfrm>
          <a:prstGeom prst="roundRect">
            <a:avLst>
              <a:gd name="adj" fmla="val 2516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25898" y="2651760"/>
            <a:ext cx="868680" cy="868680"/>
          </a:xfrm>
          <a:prstGeom prst="ellipse">
            <a:avLst/>
          </a:prstGeom>
          <a:solidFill>
            <a:srgbClr val="201D17"/>
          </a:solidFill>
          <a:ln w="12700">
            <a:solidFill>
              <a:srgbClr val="C7A4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642" y="288950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25898" y="3703320"/>
            <a:ext cx="2539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Astro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825898" y="4133088"/>
            <a:ext cx="2539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25898" y="4526280"/>
            <a:ext cx="25398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elegant, modern site. Pages load instantly and the full-screen design stays flawless on every device.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43037" y="2286000"/>
            <a:ext cx="3271418" cy="3749040"/>
          </a:xfrm>
          <a:prstGeom prst="roundRect">
            <a:avLst>
              <a:gd name="adj" fmla="val 2516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08797" y="2651760"/>
            <a:ext cx="868680" cy="868680"/>
          </a:xfrm>
          <a:prstGeom prst="ellipse">
            <a:avLst/>
          </a:prstGeom>
          <a:solidFill>
            <a:srgbClr val="201D17"/>
          </a:solidFill>
          <a:ln w="12700">
            <a:solidFill>
              <a:srgbClr val="C7A45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889504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8797" y="3703320"/>
            <a:ext cx="2539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Cloudflare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8508797" y="4133088"/>
            <a:ext cx="2539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08797" y="4526280"/>
            <a:ext cx="25398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is served from a global network — secure and fast everywhere — on a plan that costs nothing for a site this size.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edit content. Never code.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514600"/>
            <a:ext cx="3246120" cy="2743200"/>
          </a:xfrm>
          <a:prstGeom prst="roundRect">
            <a:avLst>
              <a:gd name="adj" fmla="val 3000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898648"/>
            <a:ext cx="640080" cy="640080"/>
          </a:xfrm>
          <a:prstGeom prst="ellipse">
            <a:avLst/>
          </a:prstGeom>
          <a:solidFill>
            <a:srgbClr val="FFD17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98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7216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build the templates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389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Elegant, on-brand page designs and reusable sections are built once with modern AI-assisted development.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1770" y="3739896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72788" y="2514600"/>
            <a:ext cx="3246120" cy="2743200"/>
          </a:xfrm>
          <a:prstGeom prst="roundRect">
            <a:avLst>
              <a:gd name="adj" fmla="val 3000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38548" y="2898648"/>
            <a:ext cx="640080" cy="640080"/>
          </a:xfrm>
          <a:prstGeom prst="ellipse">
            <a:avLst/>
          </a:prstGeom>
          <a:solidFill>
            <a:srgbClr val="FFD17B"/>
          </a:solidFill>
          <a:ln/>
        </p:spPr>
      </p:sp>
      <p:sp>
        <p:nvSpPr>
          <p:cNvPr id="12" name="Text 9"/>
          <p:cNvSpPr/>
          <p:nvPr/>
        </p:nvSpPr>
        <p:spPr>
          <a:xfrm>
            <a:off x="4838548" y="2898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38548" y="37216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manage the content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838548" y="4389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Sanity, you edit simple fields — headlines, text, sections, photos — inside those approved designs.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317" y="3739896"/>
            <a:ext cx="292608" cy="2926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68335" y="2514600"/>
            <a:ext cx="3246120" cy="2743200"/>
          </a:xfrm>
          <a:prstGeom prst="roundRect">
            <a:avLst>
              <a:gd name="adj" fmla="val 3000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34095" y="2898648"/>
            <a:ext cx="640080" cy="640080"/>
          </a:xfrm>
          <a:prstGeom prst="ellipse">
            <a:avLst/>
          </a:prstGeom>
          <a:solidFill>
            <a:srgbClr val="FFD17B"/>
          </a:solidFill>
          <a:ln/>
        </p:spPr>
      </p:sp>
      <p:sp>
        <p:nvSpPr>
          <p:cNvPr id="18" name="Text 14"/>
          <p:cNvSpPr/>
          <p:nvPr/>
        </p:nvSpPr>
        <p:spPr>
          <a:xfrm>
            <a:off x="8534095" y="2898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534095" y="37216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publishes itself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534095" y="4389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changes and the site rebuilds and goes live automatically. No hand-offs, no waiting.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77240" y="56235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is locked by us. The content is yours to change anytime.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EXPERIMENT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approach is already live and proven.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77240" y="3337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workflow — locked templates plus simple content fields — is running today on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24hrcarunlocking.com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model is validated. We're applying a known, working pattern to your site, not figuring it out as we go.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MOVE IS LOW-RISK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current site is already the blueprint.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hood, your WordPress site is essentially a set of custom fields arranged into full-screen sections — which is exactly how Sanity works. We rebuild it like-for-like first, using the existing site as the reference, then layer on the improvements.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160520"/>
            <a:ext cx="3271418" cy="1828800"/>
          </a:xfrm>
          <a:prstGeom prst="roundRect">
            <a:avLst>
              <a:gd name="adj" fmla="val 4500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448970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5029200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structure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24712" y="5385816"/>
            <a:ext cx="25764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&amp; full-screen sections — mapped across directly.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60138" y="4160520"/>
            <a:ext cx="3271418" cy="1828800"/>
          </a:xfrm>
          <a:prstGeom prst="roundRect">
            <a:avLst>
              <a:gd name="adj" fmla="val 4500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610" y="448970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7610" y="5029200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content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07610" y="5385816"/>
            <a:ext cx="25764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words, images and pages carried over faithfully.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43037" y="4160520"/>
            <a:ext cx="3271418" cy="1828800"/>
          </a:xfrm>
          <a:prstGeom prst="roundRect">
            <a:avLst>
              <a:gd name="adj" fmla="val 4500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09" y="448970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90509" y="5029200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engine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490509" y="5385816"/>
            <a:ext cx="25764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safer, and finally easy for you to manage.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· 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site a professional recording artist should have.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3301898" cy="1737360"/>
          </a:xfrm>
          <a:prstGeom prst="roundRect">
            <a:avLst>
              <a:gd name="adj" fmla="val 4737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57860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8136" y="3090672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Album presale &amp; pre-save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88136" y="3438144"/>
            <a:ext cx="268010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Spotify-ready release pages with pre-save and presale built for your album launch.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44898" y="2286000"/>
            <a:ext cx="3301898" cy="1737360"/>
          </a:xfrm>
          <a:prstGeom prst="roundRect">
            <a:avLst>
              <a:gd name="adj" fmla="val 4737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794" y="2578608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5794" y="3090672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 store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755794" y="3438144"/>
            <a:ext cx="268010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merchandise directly, with a real checkout — no fragile plugins.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12557" y="2286000"/>
            <a:ext cx="3301898" cy="1737360"/>
          </a:xfrm>
          <a:prstGeom prst="roundRect">
            <a:avLst>
              <a:gd name="adj" fmla="val 4737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3" y="2578608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23453" y="3090672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&amp; releases hub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423453" y="3438144"/>
            <a:ext cx="268010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and album with streaming links, front and center.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77240" y="4297680"/>
            <a:ext cx="3301898" cy="1737360"/>
          </a:xfrm>
          <a:prstGeom prst="roundRect">
            <a:avLst>
              <a:gd name="adj" fmla="val 4737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590288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88136" y="5102352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 with maps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088136" y="5449824"/>
            <a:ext cx="268010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dates, venues, tickets and directions — clean and current.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444898" y="4297680"/>
            <a:ext cx="3301898" cy="1737360"/>
          </a:xfrm>
          <a:prstGeom prst="roundRect">
            <a:avLst>
              <a:gd name="adj" fmla="val 4737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794" y="4590288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55794" y="5102352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&amp; news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4755794" y="5449824"/>
            <a:ext cx="268010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around each release and build an audience you own.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112557" y="4297680"/>
            <a:ext cx="3301898" cy="1737360"/>
          </a:xfrm>
          <a:prstGeom prst="roundRect">
            <a:avLst>
              <a:gd name="adj" fmla="val 4737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453" y="4590288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23453" y="5102352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&amp; EPK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8423453" y="5449824"/>
            <a:ext cx="268010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photos, socials and contact — everything press and fans need.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&amp; COST-FREE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Cutting-edge tooling. No monthly hosting bill.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3271418" cy="3291840"/>
          </a:xfrm>
          <a:prstGeom prst="roundRect">
            <a:avLst>
              <a:gd name="adj" fmla="val 2516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834640"/>
            <a:ext cx="2722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1088136" y="4069080"/>
            <a:ext cx="2722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HOSTING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8136" y="4480560"/>
            <a:ext cx="26496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comfortably on the free tiers of Cloudflare and Sanity.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60138" y="2377440"/>
            <a:ext cx="3271418" cy="3291840"/>
          </a:xfrm>
          <a:prstGeom prst="roundRect">
            <a:avLst>
              <a:gd name="adj" fmla="val 2516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4458" y="2834640"/>
            <a:ext cx="2722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771034" y="4069080"/>
            <a:ext cx="2722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SET 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1034" y="4480560"/>
            <a:ext cx="26496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Cloudflare account and wakethenile.com domain are in place.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43037" y="2377440"/>
            <a:ext cx="3271418" cy="3291840"/>
          </a:xfrm>
          <a:prstGeom prst="roundRect">
            <a:avLst>
              <a:gd name="adj" fmla="val 2516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7357" y="2834640"/>
            <a:ext cx="2722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8453933" y="4069080"/>
            <a:ext cx="2722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LAST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53933" y="4480560"/>
            <a:ext cx="26496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maintained tools — no plugin or security treadmill.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calm, staged rollout — your live site stays untouched until you approve.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834640"/>
            <a:ext cx="2384984" cy="2743200"/>
          </a:xfrm>
          <a:prstGeom prst="roundRect">
            <a:avLst>
              <a:gd name="adj" fmla="val 3451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3182112"/>
            <a:ext cx="566928" cy="566928"/>
          </a:xfrm>
          <a:prstGeom prst="ellipse">
            <a:avLst/>
          </a:prstGeom>
          <a:solidFill>
            <a:srgbClr val="201D17"/>
          </a:solidFill>
          <a:ln w="15875">
            <a:solidFill>
              <a:srgbClr val="FFD1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9848" y="3913632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69848" y="4343400"/>
            <a:ext cx="1836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designs created and wired into Sanity.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27984" y="2834640"/>
            <a:ext cx="2384984" cy="2743200"/>
          </a:xfrm>
          <a:prstGeom prst="roundRect">
            <a:avLst>
              <a:gd name="adj" fmla="val 3451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8024" y="3182112"/>
            <a:ext cx="566928" cy="566928"/>
          </a:xfrm>
          <a:prstGeom prst="ellipse">
            <a:avLst/>
          </a:prstGeom>
          <a:solidFill>
            <a:srgbClr val="201D17"/>
          </a:solidFill>
          <a:ln w="15875">
            <a:solidFill>
              <a:srgbClr val="FFD1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8024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20592" y="3913632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820592" y="4343400"/>
            <a:ext cx="1836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media brought over from the current site.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2834640"/>
            <a:ext cx="2384984" cy="2743200"/>
          </a:xfrm>
          <a:prstGeom prst="roundRect">
            <a:avLst>
              <a:gd name="adj" fmla="val 3451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98768" y="3182112"/>
            <a:ext cx="566928" cy="566928"/>
          </a:xfrm>
          <a:prstGeom prst="ellipse">
            <a:avLst/>
          </a:prstGeom>
          <a:solidFill>
            <a:srgbClr val="201D17"/>
          </a:solidFill>
          <a:ln w="15875">
            <a:solidFill>
              <a:srgbClr val="FFD1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8768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71336" y="3913632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71336" y="4343400"/>
            <a:ext cx="1836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review the new site together on a private link.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29471" y="2834640"/>
            <a:ext cx="2384984" cy="2743200"/>
          </a:xfrm>
          <a:prstGeom prst="roundRect">
            <a:avLst>
              <a:gd name="adj" fmla="val 3451"/>
            </a:avLst>
          </a:prstGeom>
          <a:solidFill>
            <a:srgbClr val="161616"/>
          </a:solidFill>
          <a:ln w="12700">
            <a:solidFill>
              <a:srgbClr val="333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49511" y="3182112"/>
            <a:ext cx="566928" cy="566928"/>
          </a:xfrm>
          <a:prstGeom prst="ellipse">
            <a:avLst/>
          </a:prstGeom>
          <a:solidFill>
            <a:srgbClr val="201D17"/>
          </a:solidFill>
          <a:ln w="15875">
            <a:solidFill>
              <a:srgbClr val="FFD1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9511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2079" y="3913632"/>
            <a:ext cx="183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22079" y="4343400"/>
            <a:ext cx="1836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over in minutes — with instant rollback on standby.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094415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NILE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754880" cy="4754880"/>
          </a:xfrm>
          <a:prstGeom prst="ellipse">
            <a:avLst/>
          </a:prstGeom>
          <a:ln w="12700">
            <a:solidFill>
              <a:srgbClr val="C7A45E">
                <a:alpha val="4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0149840" y="7772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82880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D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28600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powerful website on cutting-edge tooling —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3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finally, truly yours to manage.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77240" y="44348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FD1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Modern. Self-service. Future-proof. Built to last — and built for everything Wake the Nile is becoming.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Wake the Nile — Website Migration</dc:title>
  <dc:subject>PptxGenJS Presentation</dc:subject>
  <dc:creator>Anthony Coffey</dc:creator>
  <cp:lastModifiedBy>Anthony Coffey</cp:lastModifiedBy>
  <cp:revision>1</cp:revision>
  <dcterms:created xsi:type="dcterms:W3CDTF">2026-06-29T22:34:08Z</dcterms:created>
  <dcterms:modified xsi:type="dcterms:W3CDTF">2026-06-29T22:34:08Z</dcterms:modified>
</cp:coreProperties>
</file>